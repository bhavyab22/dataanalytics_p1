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1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A180DFE3-92D6-4219-9C6B-1C20CF0990DC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234B45-FC8D-4340-831E-930558E97E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3648" y="1700808"/>
            <a:ext cx="7406640" cy="1472184"/>
          </a:xfrm>
        </p:spPr>
        <p:txBody>
          <a:bodyPr>
            <a:noAutofit/>
          </a:bodyPr>
          <a:lstStyle/>
          <a:p>
            <a:r>
              <a:rPr lang="en-US" sz="6000" b="1" dirty="0" smtClean="0"/>
              <a:t>Digital Prescription Record Analysis</a:t>
            </a: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0232" y="5085184"/>
            <a:ext cx="2088232" cy="744488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Presented By</a:t>
            </a:r>
          </a:p>
          <a:p>
            <a:r>
              <a:rPr lang="en-IN" dirty="0" err="1" smtClean="0"/>
              <a:t>B.Bhavya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Healthcare organizations generate a large number of prescription records daily. Managing these records manually can lead to errors, inefficiencies, and difficulties in tracking medicine usage and patient treatment patterns.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project focuses on managing and analyzing prescription-related healthcare data.</a:t>
            </a:r>
          </a:p>
          <a:p>
            <a:r>
              <a:rPr lang="en-US" b="1" dirty="0" smtClean="0"/>
              <a:t>Features Covered</a:t>
            </a:r>
          </a:p>
          <a:p>
            <a:r>
              <a:rPr lang="en-US" dirty="0" smtClean="0"/>
              <a:t>Prescription record analysis. </a:t>
            </a:r>
          </a:p>
          <a:p>
            <a:r>
              <a:rPr lang="en-US" dirty="0" smtClean="0"/>
              <a:t>Disease </a:t>
            </a:r>
            <a:r>
              <a:rPr lang="en-US" dirty="0" smtClean="0"/>
              <a:t>trend monitoring. </a:t>
            </a:r>
          </a:p>
          <a:p>
            <a:r>
              <a:rPr lang="en-US" dirty="0" smtClean="0"/>
              <a:t>Medicine utilization tracking. </a:t>
            </a:r>
          </a:p>
          <a:p>
            <a:r>
              <a:rPr lang="en-US" dirty="0" smtClean="0"/>
              <a:t>Inventory monitoring. </a:t>
            </a:r>
          </a:p>
          <a:p>
            <a:r>
              <a:rPr lang="en-US" dirty="0" smtClean="0"/>
              <a:t>Visual analytics using charts.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688" y="1447800"/>
            <a:ext cx="6192688" cy="4800600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dirty="0" smtClean="0"/>
              <a:t>CSV Healthcare Data</a:t>
            </a:r>
          </a:p>
          <a:p>
            <a:pPr algn="ctr">
              <a:buNone/>
            </a:pPr>
            <a:r>
              <a:rPr lang="en-US" dirty="0" smtClean="0"/>
              <a:t>        ↓</a:t>
            </a:r>
          </a:p>
          <a:p>
            <a:pPr algn="ctr">
              <a:buNone/>
            </a:pPr>
            <a:r>
              <a:rPr lang="en-US" dirty="0" smtClean="0"/>
              <a:t>Data Cleaning (Pandas)</a:t>
            </a:r>
          </a:p>
          <a:p>
            <a:pPr algn="ctr">
              <a:buNone/>
            </a:pPr>
            <a:r>
              <a:rPr lang="en-US" dirty="0" smtClean="0"/>
              <a:t>        ↓</a:t>
            </a:r>
          </a:p>
          <a:p>
            <a:pPr algn="ctr">
              <a:buNone/>
            </a:pPr>
            <a:r>
              <a:rPr lang="en-US" dirty="0" err="1" smtClean="0"/>
              <a:t>MySQL</a:t>
            </a:r>
            <a:r>
              <a:rPr lang="en-US" dirty="0" smtClean="0"/>
              <a:t> Database</a:t>
            </a:r>
          </a:p>
          <a:p>
            <a:pPr algn="ctr">
              <a:buNone/>
            </a:pPr>
            <a:r>
              <a:rPr lang="en-US" dirty="0" smtClean="0"/>
              <a:t>       </a:t>
            </a:r>
            <a:r>
              <a:rPr lang="en-US" dirty="0" smtClean="0"/>
              <a:t>↓</a:t>
            </a:r>
          </a:p>
          <a:p>
            <a:pPr algn="ctr">
              <a:buNone/>
            </a:pPr>
            <a:r>
              <a:rPr lang="en-US" dirty="0" smtClean="0"/>
              <a:t>SQL Queries</a:t>
            </a:r>
          </a:p>
          <a:p>
            <a:pPr algn="ctr">
              <a:buNone/>
            </a:pPr>
            <a:r>
              <a:rPr lang="en-US" dirty="0" smtClean="0"/>
              <a:t>        ↓</a:t>
            </a:r>
          </a:p>
          <a:p>
            <a:pPr algn="ctr">
              <a:buNone/>
            </a:pPr>
            <a:r>
              <a:rPr lang="en-US" dirty="0" smtClean="0"/>
              <a:t>Data Visualization</a:t>
            </a:r>
          </a:p>
          <a:p>
            <a:pPr algn="ctr">
              <a:buNone/>
            </a:pPr>
            <a:r>
              <a:rPr lang="en-US" dirty="0" smtClean="0"/>
              <a:t>       </a:t>
            </a:r>
            <a:r>
              <a:rPr lang="en-US" dirty="0" smtClean="0"/>
              <a:t>↓</a:t>
            </a:r>
          </a:p>
          <a:p>
            <a:pPr algn="ctr">
              <a:buNone/>
            </a:pPr>
            <a:r>
              <a:rPr lang="en-US" dirty="0" smtClean="0"/>
              <a:t>CLI Analytics Tool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0"/>
            <a:ext cx="2128280" cy="1143000"/>
          </a:xfrm>
        </p:spPr>
        <p:txBody>
          <a:bodyPr/>
          <a:lstStyle/>
          <a:p>
            <a:r>
              <a:rPr lang="en-IN" dirty="0" smtClean="0"/>
              <a:t>Charts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8274" t="17858" r="43428" b="6997"/>
          <a:stretch>
            <a:fillRect/>
          </a:stretch>
        </p:blipFill>
        <p:spPr bwMode="auto">
          <a:xfrm>
            <a:off x="1187624" y="1268760"/>
            <a:ext cx="2592288" cy="2781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l="16794" t="28344" r="10153" b="8657"/>
          <a:stretch>
            <a:fillRect/>
          </a:stretch>
        </p:blipFill>
        <p:spPr bwMode="auto">
          <a:xfrm>
            <a:off x="3059832" y="4005064"/>
            <a:ext cx="549511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 l="17347" t="29328" r="46680" b="11610"/>
          <a:stretch>
            <a:fillRect/>
          </a:stretch>
        </p:blipFill>
        <p:spPr bwMode="auto">
          <a:xfrm>
            <a:off x="4788024" y="764704"/>
            <a:ext cx="3312368" cy="3057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project successfully demonstrates how healthcare data can be digitized, analyzed, and visualized to support better decision-making and improve operational efficiency.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2996952"/>
            <a:ext cx="7498080" cy="1143000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 smtClean="0">
                <a:effectLst/>
              </a:rPr>
              <a:t>THANK YOU</a:t>
            </a:r>
            <a:endParaRPr lang="en-US" sz="6600" b="1" dirty="0">
              <a:effectLst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432</TotalTime>
  <Words>132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Solstice</vt:lpstr>
      <vt:lpstr>Digital Prescription Record Analysis</vt:lpstr>
      <vt:lpstr>Problem Statement</vt:lpstr>
      <vt:lpstr>Scope</vt:lpstr>
      <vt:lpstr>Architecture</vt:lpstr>
      <vt:lpstr>Charts</vt:lpstr>
      <vt:lpstr>Conclusion</vt:lpstr>
      <vt:lpstr>THANK YOU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Prescription Record Analysis</dc:title>
  <dc:creator>B DHAMU</dc:creator>
  <cp:lastModifiedBy>B DHAMU</cp:lastModifiedBy>
  <cp:revision>38</cp:revision>
  <dcterms:created xsi:type="dcterms:W3CDTF">2026-06-11T07:18:17Z</dcterms:created>
  <dcterms:modified xsi:type="dcterms:W3CDTF">2026-06-15T08:19:25Z</dcterms:modified>
</cp:coreProperties>
</file>